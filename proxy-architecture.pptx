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91440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745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OpenClaw Proxy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流量拦截与协议翻译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371600" y="29718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如何将 OpenAI 兼容请求拦截并翻译为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Amazon Bedrock ConverseStream API 调用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617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on Amazon Bedrock AgentCore Runtime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架构总览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228600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80160"/>
            <a:ext cx="2286000" cy="54864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5544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2057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11480" y="246888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以为自己在调用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API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/v1/chat/completions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Authorization: Bearer local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bedrock-agentcore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22860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97480" y="26974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:18790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566160" y="1280160"/>
            <a:ext cx="23774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566160" y="1280160"/>
            <a:ext cx="2377440" cy="54864"/>
          </a:xfrm>
          <a:prstGeom prst="rect">
            <a:avLst/>
          </a:prstGeom>
          <a:solidFill>
            <a:srgbClr val="FF990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155448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66160" y="2057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Proxy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3749040" y="246888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协议翻译层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解析 OpenAI 格式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注入用户身份上下文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转换消息格式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转换工具定义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处理多模态图片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回译 SSE 响应流</a:t>
            </a:r>
            <a:endParaRPr lang="en-US" sz="12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228600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989320" y="26974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Converse</a:t>
            </a:r>
            <a:endParaRPr lang="en-US" sz="700" dirty="0"/>
          </a:p>
        </p:txBody>
      </p:sp>
      <p:sp>
        <p:nvSpPr>
          <p:cNvPr id="19" name="Text 13"/>
          <p:cNvSpPr/>
          <p:nvPr/>
        </p:nvSpPr>
        <p:spPr>
          <a:xfrm>
            <a:off x="5989320" y="28529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</a:t>
            </a:r>
            <a:endParaRPr lang="en-US" sz="700" dirty="0"/>
          </a:p>
        </p:txBody>
      </p:sp>
      <p:sp>
        <p:nvSpPr>
          <p:cNvPr id="20" name="Shape 14"/>
          <p:cNvSpPr/>
          <p:nvPr/>
        </p:nvSpPr>
        <p:spPr>
          <a:xfrm>
            <a:off x="6766560" y="1280160"/>
            <a:ext cx="210312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766560" y="1280160"/>
            <a:ext cx="210312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0" y="1554480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766560" y="2057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6858000" y="2468880"/>
            <a:ext cx="1920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Claude Opus 4.6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ConverseStream API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跨区域推理路由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Guardrail 内容过滤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工具调用支持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所有流量走 localhost (127.0.0.1) —— Proxy 仅绑定回环地址，外部不可达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配置注入机制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0" y="182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writeOpenClawConfig()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846320" cy="3291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188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agentcore-contract.js : 415-428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4480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providers: {
</a:t>
            </a:r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agentcore: {
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baseUrl: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"http://127.0.0.1:18790/v1"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apiKey: 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"local"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api: 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"openai-completions"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models: [
</a:t>
            </a:r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{id: "bedrock-agentcore"}
</a:t>
            </a:r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{id: "bedrock-agentcore-subagent"}
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
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0" y="1097280"/>
            <a:ext cx="32918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0" y="1097280"/>
            <a:ext cx="54864" cy="914400"/>
          </a:xfrm>
          <a:prstGeom prst="rect">
            <a:avLst/>
          </a:prstGeom>
          <a:solidFill>
            <a:srgbClr val="FF9900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23444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080760" y="1188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baseUrl 重定向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080760" y="1463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指向本地 Proxy 而非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真实的 OpenAI 端点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0" y="2240280"/>
            <a:ext cx="32918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486400" y="2240280"/>
            <a:ext cx="54864" cy="91440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2377440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080760" y="2331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伪造 API Key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080760" y="2606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apiKey: "local"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Proxy 不验证认证令牌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0" y="3383280"/>
            <a:ext cx="32918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486400" y="3383280"/>
            <a:ext cx="54864" cy="100584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3520440"/>
            <a:ext cx="320040" cy="3200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080760" y="3474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双模型路由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080760" y="37490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主代理与子代理使用不同模型名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Proxy 据此路由到不同的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Bedrock 模型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永远不会试图连接真实的 OpenAI —— 所有流量都路由到本地 Proxy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协议翻译对照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91840"/>
                <a:gridCol w="32918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OpenAI 格式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Bedrock 格式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用户消息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role: "user"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content: "string"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role: "user"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content: [{text: "..."}]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工具调用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tool_calls: [{type: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"function", function: ...}]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content: [{toolUse: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{toolUseId, name, input}}]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工具返回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role: "tool"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tool_call_id: "..."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role: "user"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content: [{toolResult: ...}]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工具定义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tools: [{type: "function",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function: {parameters}}]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toolConfig: {tools: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[{toolSpec: {inputSchema}}]}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系统提示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role: "system"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content: "..."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system: [{text: "..."}]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(独立参数)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16052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4160520"/>
            <a:ext cx="54864" cy="7315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4206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要点：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连续多个工具返回值会合并到同一个 user 消息中（Bedrock 要求严格的 user/assistant 交替顺序）。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系统消息被提取为独立的 </a:t>
            </a:r>
            <a:pPr indent="0" marL="0">
              <a:buNone/>
            </a:pPr>
            <a:r>
              <a:rPr lang="en-US" sz="12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参数传递，而非内联在消息数组中。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ConverseStream 流式管道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54864" cy="59436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7043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0515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contentBlockDelta.delta.text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207008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77840" y="10515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累积文本 + 写入 SSE chunk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65760" y="1719072"/>
            <a:ext cx="8412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65760" y="1719072"/>
            <a:ext cx="54864" cy="59436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37944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05840" y="171907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contentBlockStart.start.toolUse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874520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577840" y="171907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开始跟踪工具调用 (id, name)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365760" y="2386584"/>
            <a:ext cx="8412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365760" y="2386584"/>
            <a:ext cx="54864" cy="59436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505456"/>
            <a:ext cx="347472" cy="34747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05840" y="2386584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contentBlockDelta.delta.toolUse</a:t>
            </a:r>
            <a:endParaRPr lang="en-US" sz="11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2542032"/>
            <a:ext cx="274320" cy="27432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577840" y="2386584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累积工具输入 JSON 片段</a:t>
            </a:r>
            <a:endParaRPr lang="en-US" sz="1200" dirty="0"/>
          </a:p>
        </p:txBody>
      </p:sp>
      <p:sp>
        <p:nvSpPr>
          <p:cNvPr id="23" name="Shape 15"/>
          <p:cNvSpPr/>
          <p:nvPr/>
        </p:nvSpPr>
        <p:spPr>
          <a:xfrm>
            <a:off x="365760" y="3054096"/>
            <a:ext cx="8412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365760" y="3054096"/>
            <a:ext cx="54864" cy="594360"/>
          </a:xfrm>
          <a:prstGeom prst="rect">
            <a:avLst/>
          </a:prstGeom>
          <a:solidFill>
            <a:srgbClr val="FF9900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3172968"/>
            <a:ext cx="347472" cy="34747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1005840" y="3054096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contentBlockStop (匹配 index)</a:t>
            </a:r>
            <a:endParaRPr lang="en-US" sz="11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0640" y="3209544"/>
            <a:ext cx="274320" cy="27432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5577840" y="3054096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解析工具输入，发送 tool_calls SSE</a:t>
            </a:r>
            <a:endParaRPr lang="en-US" sz="1200" dirty="0"/>
          </a:p>
        </p:txBody>
      </p:sp>
      <p:sp>
        <p:nvSpPr>
          <p:cNvPr id="29" name="Shape 19"/>
          <p:cNvSpPr/>
          <p:nvPr/>
        </p:nvSpPr>
        <p:spPr>
          <a:xfrm>
            <a:off x="365760" y="3721608"/>
            <a:ext cx="8412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0"/>
          <p:cNvSpPr/>
          <p:nvPr/>
        </p:nvSpPr>
        <p:spPr>
          <a:xfrm>
            <a:off x="365760" y="3721608"/>
            <a:ext cx="54864" cy="59436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3840480"/>
            <a:ext cx="347472" cy="34747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1005840" y="372160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metadata.trace.guardrail</a:t>
            </a:r>
            <a:endParaRPr lang="en-US" sz="1100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20640" y="3877056"/>
            <a:ext cx="274320" cy="274320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5577840" y="372160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 Guardrail 审计日志</a:t>
            </a:r>
            <a:endParaRPr lang="en-US" sz="1200" dirty="0"/>
          </a:p>
        </p:txBody>
      </p:sp>
      <p:sp>
        <p:nvSpPr>
          <p:cNvPr id="35" name="Shape 23"/>
          <p:cNvSpPr/>
          <p:nvPr/>
        </p:nvSpPr>
        <p:spPr>
          <a:xfrm>
            <a:off x="365760" y="4389120"/>
            <a:ext cx="8412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24"/>
          <p:cNvSpPr/>
          <p:nvPr/>
        </p:nvSpPr>
        <p:spPr>
          <a:xfrm>
            <a:off x="365760" y="4389120"/>
            <a:ext cx="54864" cy="59436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640" y="4507992"/>
            <a:ext cx="347472" cy="347472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1005840" y="438912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messageStop (guardrail_intervened)</a:t>
            </a:r>
            <a:endParaRPr lang="en-US" sz="1100" dirty="0"/>
          </a:p>
        </p:txBody>
      </p:sp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20640" y="4544568"/>
            <a:ext cx="274320" cy="274320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5577840" y="43891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 Guardrail 拦截告警</a:t>
            </a:r>
            <a:endParaRPr lang="en-US" sz="1200" dirty="0"/>
          </a:p>
        </p:txBody>
      </p:sp>
      <p:sp>
        <p:nvSpPr>
          <p:cNvPr id="41" name="Text 27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输出: OpenAI SSE 格式  |  重试: 3次指数退避  |  超时: 90s/次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安全边界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384048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Proxy 进程（可信）</a:t>
            </a:r>
            <a:endParaRPr lang="en-US" sz="15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01952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18745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完整的 AWS 执行角色凭证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40864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1560" y="231343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Bedrock ConverseStream 访问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779776"/>
            <a:ext cx="22860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51560" y="275234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Cognito 用户管理</a:t>
            </a:r>
            <a:endParaRPr lang="en-US" sz="12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218688"/>
            <a:ext cx="228600" cy="2286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51560" y="319125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S3 图片访问（所有命名空间）</a:t>
            </a:r>
            <a:endParaRPr lang="en-US" sz="12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657600"/>
            <a:ext cx="228600" cy="2286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051560" y="363016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Secrets Manager 读取</a:t>
            </a:r>
            <a:endParaRPr lang="en-US" sz="1200" dirty="0"/>
          </a:p>
        </p:txBody>
      </p:sp>
      <p:sp>
        <p:nvSpPr>
          <p:cNvPr id="19" name="Shape 11"/>
          <p:cNvSpPr/>
          <p:nvPr/>
        </p:nvSpPr>
        <p:spPr>
          <a:xfrm>
            <a:off x="4846320" y="109728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2"/>
          <p:cNvSpPr/>
          <p:nvPr/>
        </p:nvSpPr>
        <p:spPr>
          <a:xfrm>
            <a:off x="4846320" y="1097280"/>
            <a:ext cx="3840480" cy="54864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0" y="1325880"/>
            <a:ext cx="365760" cy="36576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57784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进程（受限）</a:t>
            </a:r>
            <a:endParaRPr lang="en-US" sz="15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0640" y="1901952"/>
            <a:ext cx="228600" cy="22860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440680" y="18745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AWS_ACCESS_KEY_ID 已剥离</a:t>
            </a:r>
            <a:endParaRPr lang="en-US" sz="1200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20640" y="2340864"/>
            <a:ext cx="228600" cy="228600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440680" y="231343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AWS_SECRET_ACCESS_KEY 已剥离</a:t>
            </a:r>
            <a:endParaRPr lang="en-US" sz="1200" dirty="0"/>
          </a:p>
        </p:txBody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20640" y="2779776"/>
            <a:ext cx="228600" cy="228600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5440680" y="275234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容器凭证 URI 已剥离</a:t>
            </a:r>
            <a:endParaRPr lang="en-US" sz="1200" dirty="0"/>
          </a:p>
        </p:txBody>
      </p:sp>
      <p:pic>
        <p:nvPicPr>
          <p:cNvPr id="2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20640" y="3218688"/>
            <a:ext cx="228600" cy="228600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5440680" y="319125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STS 限定范围凭证（仅用户 S3）</a:t>
            </a:r>
            <a:endParaRPr lang="en-US" sz="1200" dirty="0"/>
          </a:p>
        </p:txBody>
      </p:sp>
      <p:pic>
        <p:nvPicPr>
          <p:cNvPr id="3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20640" y="3657600"/>
            <a:ext cx="228600" cy="228600"/>
          </a:xfrm>
          <a:prstGeom prst="rect">
            <a:avLst/>
          </a:prstGeom>
        </p:spPr>
      </p:pic>
      <p:sp>
        <p:nvSpPr>
          <p:cNvPr id="32" name="Text 18"/>
          <p:cNvSpPr/>
          <p:nvPr/>
        </p:nvSpPr>
        <p:spPr>
          <a:xfrm>
            <a:off x="5440680" y="363016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credential_process S3 访问</a:t>
            </a:r>
            <a:endParaRPr lang="en-US" sz="1200" dirty="0"/>
          </a:p>
        </p:txBody>
      </p:sp>
      <p:sp>
        <p:nvSpPr>
          <p:cNvPr id="33" name="Shape 19"/>
          <p:cNvSpPr/>
          <p:nvPr/>
        </p:nvSpPr>
        <p:spPr>
          <a:xfrm>
            <a:off x="4498848" y="1280160"/>
            <a:ext cx="146304" cy="27432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4" name="Shape 20"/>
          <p:cNvSpPr/>
          <p:nvPr/>
        </p:nvSpPr>
        <p:spPr>
          <a:xfrm>
            <a:off x="3977640" y="4114800"/>
            <a:ext cx="1188720" cy="2743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5" name="Text 21"/>
          <p:cNvSpPr/>
          <p:nvPr/>
        </p:nvSpPr>
        <p:spPr>
          <a:xfrm>
            <a:off x="3977640" y="4114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信任边界</a:t>
            </a:r>
            <a:endParaRPr lang="en-US" sz="900" dirty="0"/>
          </a:p>
        </p:txBody>
      </p:sp>
      <p:sp>
        <p:nvSpPr>
          <p:cNvPr id="36" name="Text 22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Proxy 是可信代码，持有完整凭证  |  OpenClaw 是用户侧代码，无直接 AWS 访问权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跨区域路由与 Guardrail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411480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325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跨区域推理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1874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21488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VPC 私有 DNS 劫持 bedrock-runtime DNS。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跨区域配置文件 (global.*) 经 VPC Endpoint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路由时静默挂起 90 秒。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2880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31546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 global./us./eu./ap. 前缀，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强制使用公网端点 URL，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 NAT Gateway 绕过 VPC Endpoint。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0080" y="3886200"/>
            <a:ext cx="356616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3931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/^(global|us|eu|ap)\.[a-z]/.test(modelId)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754880" y="1097280"/>
            <a:ext cx="40233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54880" y="1097280"/>
            <a:ext cx="4023360" cy="54864"/>
          </a:xfrm>
          <a:prstGeom prst="rect">
            <a:avLst/>
          </a:prstGeom>
          <a:solidFill>
            <a:srgbClr val="FF9900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25880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486400" y="1325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Bedrock Guardrail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5029200" y="1874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配置（环境变量）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029200" y="2148840"/>
            <a:ext cx="347472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Text 17"/>
          <p:cNvSpPr/>
          <p:nvPr/>
        </p:nvSpPr>
        <p:spPr>
          <a:xfrm>
            <a:off x="5120640" y="21945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BEDROCK_GUARDRAIL_ID="abc123"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BEDROCK_GUARDRAIL_VERSION="DRAFT"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5029200" y="2926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注入方式（展开操作符）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029200" y="3200400"/>
            <a:ext cx="347472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0"/>
          <p:cNvSpPr/>
          <p:nvPr/>
        </p:nvSpPr>
        <p:spPr>
          <a:xfrm>
            <a:off x="5120640" y="3246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...(guardrailConfig &amp;&amp; { guardrailConfig })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5029200" y="3794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5029200" y="40233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metadata.trace.guardrail</a:t>
            </a:r>
            <a:endParaRPr lang="en-US" sz="10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每次请求的审计日志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stopReason: guardrail_intervened</a:t>
            </a:r>
            <a:endParaRPr lang="en-US" sz="10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内容被拦截告警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45720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核心设计决策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2194560"/>
            <a:ext cx="3931920" cy="100584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2194560"/>
            <a:ext cx="54864" cy="1005840"/>
          </a:xfrm>
          <a:prstGeom prst="rect">
            <a:avLst/>
          </a:prstGeom>
          <a:solidFill>
            <a:srgbClr val="FF990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3172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3000" y="2286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 API 适配器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143000" y="26060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非网络代理——通过 OpenClaw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配置层重定向实现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754880" y="2194560"/>
            <a:ext cx="3931920" cy="100584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754880" y="2194560"/>
            <a:ext cx="54864" cy="1005840"/>
          </a:xfrm>
          <a:prstGeom prst="rect">
            <a:avLst/>
          </a:prstGeom>
          <a:solidFill>
            <a:srgbClr val="FF9900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3317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49240" y="2286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协议保真度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5349240" y="26060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完整的 OpenAI 兼容性：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流式、工具调用、多模态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383280"/>
            <a:ext cx="3931920" cy="100584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548640" y="3383280"/>
            <a:ext cx="54864" cy="1005840"/>
          </a:xfrm>
          <a:prstGeom prst="rect">
            <a:avLst/>
          </a:prstGeom>
          <a:solidFill>
            <a:srgbClr val="FF9900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52044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43000" y="3474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信任边界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143000" y="3794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Proxy 持有凭证，OpenClaw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仅拥有用户范围的 STS 令牌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754880" y="3383280"/>
            <a:ext cx="3931920" cy="100584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754880" y="3383280"/>
            <a:ext cx="54864" cy="1005840"/>
          </a:xfrm>
          <a:prstGeom prst="rect">
            <a:avLst/>
          </a:prstGeom>
          <a:solidFill>
            <a:srgbClr val="FF9900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520440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49240" y="3474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弹性路由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5349240" y="3794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跨区域检测、3次重试、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90s 超时、Guardrail 集成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agentcore-proxy.js  |  agentcore-contract.js  |  OpenClaw on Amazon Bedrock AgentCore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OpenClaw Proxy - 流量拦截与协议翻译</dc:title>
  <dc:subject>PptxGenJS Presentation</dc:subject>
  <dc:creator>OpenClaw Architecture</dc:creator>
  <cp:lastModifiedBy>OpenClaw Architecture</cp:lastModifiedBy>
  <cp:revision>1</cp:revision>
  <dcterms:created xsi:type="dcterms:W3CDTF">2026-04-09T14:50:14Z</dcterms:created>
  <dcterms:modified xsi:type="dcterms:W3CDTF">2026-04-09T14:50:14Z</dcterms:modified>
</cp:coreProperties>
</file>